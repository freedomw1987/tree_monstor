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 Slides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Content of slide 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Content of slide 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Slides</dc:title>
  <dc:creator/>
  <cp:keywords/>
  <dcterms:created xsi:type="dcterms:W3CDTF">2026-09-18T01:14:00Z</dcterms:created>
  <dcterms:modified xsi:type="dcterms:W3CDTF">2026-09-18T01:14:00Z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